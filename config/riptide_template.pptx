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3154680"/>
            <a:ext cx="10908792" cy="1874519"/>
          </a:xfrm>
        </p:spPr>
        <p:txBody>
          <a:bodyPr anchor="b" wrap="square"/>
          <a:lstStyle>
            <a:lvl1pPr algn="l">
              <a:defRPr sz="4400" b="1">
                <a:solidFill>
                  <a:srgbClr val="FFFFFF"/>
                </a:solidFill>
                <a:latin typeface="Inter"/>
              </a:defRPr>
            </a:lvl1pPr>
          </a:lstStyle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rPr lang="en-US" smtClean="0" sz="4400" b="1">
                <a:solidFill>
                  <a:srgbClr val="FFFFFF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5230368"/>
            <a:ext cx="10881360" cy="777240"/>
          </a:xfrm>
        </p:spPr>
        <p:txBody>
          <a:bodyPr anchor="t" wrap="square"/>
          <a:lstStyle>
            <a:lvl1pPr algn="l">
              <a:defRPr sz="2000" b="0">
                <a:solidFill>
                  <a:srgbClr val="00C9B1"/>
                </a:solidFill>
                <a:latin typeface="Inter"/>
              </a:defRPr>
            </a:lvl1pPr>
          </a:lstStyle>
          <a:p>
            <a:pPr algn="l">
              <a:defRPr sz="2000" b="0">
                <a:solidFill>
                  <a:srgbClr val="00C9B1"/>
                </a:solidFill>
                <a:latin typeface="Inter"/>
              </a:defRPr>
            </a:pPr>
            <a:r>
              <a:rPr lang="en-US" smtClean="0" sz="2000" b="0">
                <a:solidFill>
                  <a:srgbClr val="00C9B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Pulse Dot"/>
          <p:cNvSpPr/>
          <p:nvPr/>
        </p:nvSpPr>
        <p:spPr>
          <a:xfrm>
            <a:off x="640080" y="562356"/>
            <a:ext cx="86868" cy="86868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Riptide Wordmark"/>
          <p:cNvSpPr txBox="1"/>
          <p:nvPr/>
        </p:nvSpPr>
        <p:spPr>
          <a:xfrm>
            <a:off x="804672" y="475488"/>
            <a:ext cx="420624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 spc="300">
                <a:solidFill>
                  <a:srgbClr val="FFFFFF"/>
                </a:solidFill>
                <a:latin typeface="Inter"/>
              </a:rPr>
              <a:t>RIPTIDECONSULTING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868680"/>
          </a:xfrm>
        </p:spPr>
        <p:txBody>
          <a:bodyPr anchor="b" wrap="square"/>
          <a:lstStyle>
            <a:lvl1pPr algn="l">
              <a:defRPr sz="2800" b="1">
                <a:solidFill>
                  <a:srgbClr val="0A1628"/>
                </a:solidFill>
                <a:latin typeface="Inter"/>
              </a:defRPr>
            </a:lvl1pPr>
          </a:lstStyle>
          <a:p>
            <a:pPr algn="l">
              <a:defRPr sz="2800" b="1">
                <a:solidFill>
                  <a:srgbClr val="0A1628"/>
                </a:solidFill>
                <a:latin typeface="Inter"/>
              </a:defRPr>
            </a:pPr>
            <a:r>
              <a:rPr lang="en-US" smtClean="0" sz="2800" b="1">
                <a:solidFill>
                  <a:srgbClr val="0A1628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08792" cy="4480560"/>
          </a:xfrm>
        </p:spPr>
        <p:txBody>
          <a:bodyPr wrap="square"/>
          <a:lstStyle>
            <a:lvl1pPr algn="l">
              <a:defRPr sz="1500" b="0">
                <a:solidFill>
                  <a:srgbClr val="1A1A2E"/>
                </a:solidFill>
                <a:latin typeface="Inter"/>
              </a:defRPr>
            </a:lvl1pPr>
            <a:lvl2pPr algn="l">
              <a:defRPr sz="1350" b="0">
                <a:solidFill>
                  <a:srgbClr val="1A1A2E"/>
                </a:solidFill>
                <a:latin typeface="Inter"/>
              </a:defRPr>
            </a:lvl2pPr>
            <a:lvl3pPr algn="l">
              <a:defRPr sz="1250" b="0">
                <a:solidFill>
                  <a:srgbClr val="1A1A2E"/>
                </a:solidFill>
                <a:latin typeface="Inter"/>
              </a:defRPr>
            </a:lvl3pPr>
            <a:lvl4pPr algn="l">
              <a:defRPr sz="1150" b="0">
                <a:solidFill>
                  <a:srgbClr val="1A1A2E"/>
                </a:solidFill>
                <a:latin typeface="Inter"/>
              </a:defRPr>
            </a:lvl4pPr>
            <a:lvl5pPr algn="l">
              <a:defRPr sz="1150" b="0">
                <a:solidFill>
                  <a:srgbClr val="1A1A2E"/>
                </a:solidFill>
                <a:latin typeface="Inter"/>
              </a:defRPr>
            </a:lvl5pPr>
          </a:lstStyle>
          <a:p>
            <a:pPr lvl="0" algn="l">
              <a:defRPr sz="1500" b="0">
                <a:solidFill>
                  <a:srgbClr val="1A1A2E"/>
                </a:solidFill>
                <a:latin typeface="Inter"/>
              </a:defRPr>
            </a:pPr>
            <a:r>
              <a:rPr lang="en-US" smtClean="0" sz="1500" b="0">
                <a:solidFill>
                  <a:srgbClr val="1A1A2E"/>
                </a:solidFill>
                <a:latin typeface="Inter"/>
              </a:rPr>
              <a:t>Click to edit Master text styles</a:t>
            </a:r>
          </a:p>
          <a:p>
            <a:pPr lvl="1" algn="l">
              <a:defRPr sz="1350" b="0">
                <a:solidFill>
                  <a:srgbClr val="1A1A2E"/>
                </a:solidFill>
                <a:latin typeface="Inter"/>
              </a:defRPr>
            </a:pPr>
            <a:r>
              <a:rPr lang="en-US" smtClean="0" sz="1350" b="0">
                <a:solidFill>
                  <a:srgbClr val="1A1A2E"/>
                </a:solidFill>
                <a:latin typeface="Inter"/>
              </a:rPr>
              <a:t>Second level</a:t>
            </a:r>
          </a:p>
          <a:p>
            <a:pPr lvl="2" algn="l">
              <a:defRPr sz="1250" b="0">
                <a:solidFill>
                  <a:srgbClr val="1A1A2E"/>
                </a:solidFill>
                <a:latin typeface="Inter"/>
              </a:defRPr>
            </a:pPr>
            <a:r>
              <a:rPr lang="en-US" smtClean="0" sz="1250" b="0">
                <a:solidFill>
                  <a:srgbClr val="1A1A2E"/>
                </a:solidFill>
                <a:latin typeface="Inter"/>
              </a:rPr>
              <a:t>Third level</a:t>
            </a:r>
          </a:p>
          <a:p>
            <a:pPr lvl="3" algn="l">
              <a:defRPr sz="1150" b="0">
                <a:solidFill>
                  <a:srgbClr val="1A1A2E"/>
                </a:solidFill>
                <a:latin typeface="Inter"/>
              </a:defRPr>
            </a:pPr>
            <a:r>
              <a:rPr lang="en-US" smtClean="0" sz="1150" b="0">
                <a:solidFill>
                  <a:srgbClr val="1A1A2E"/>
                </a:solidFill>
                <a:latin typeface="Inter"/>
              </a:rPr>
              <a:t>Fourth level</a:t>
            </a:r>
          </a:p>
          <a:p>
            <a:pPr lvl="4" algn="l">
              <a:defRPr sz="1150" b="0">
                <a:solidFill>
                  <a:srgbClr val="1A1A2E"/>
                </a:solidFill>
                <a:latin typeface="Inter"/>
              </a:defRPr>
            </a:pPr>
            <a:r>
              <a:rPr lang="en-US" smtClean="0" sz="1150" b="0">
                <a:solidFill>
                  <a:srgbClr val="1A1A2E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3" name="Teal Rule"/>
          <p:cNvSpPr/>
          <p:nvPr/>
        </p:nvSpPr>
        <p:spPr>
          <a:xfrm>
            <a:off x="658368" y="1481328"/>
            <a:ext cx="1737360" cy="20320"/>
          </a:xfrm>
          <a:prstGeom prst="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Pulse Dot"/>
          <p:cNvSpPr/>
          <p:nvPr/>
        </p:nvSpPr>
        <p:spPr>
          <a:xfrm>
            <a:off x="640080" y="6492240"/>
            <a:ext cx="64008" cy="64008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Riptide Wordmark"/>
          <p:cNvSpPr txBox="1"/>
          <p:nvPr/>
        </p:nvSpPr>
        <p:spPr>
          <a:xfrm>
            <a:off x="768096" y="6432804"/>
            <a:ext cx="4206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 spc="220">
                <a:solidFill>
                  <a:srgbClr val="0A1628"/>
                </a:solidFill>
                <a:latin typeface="Inter"/>
              </a:rPr>
              <a:t>RIPTIDECONSULTING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868680"/>
          </a:xfrm>
        </p:spPr>
        <p:txBody>
          <a:bodyPr anchor="b" wrap="square"/>
          <a:lstStyle>
            <a:lvl1pPr algn="l">
              <a:defRPr sz="2800" b="1">
                <a:solidFill>
                  <a:srgbClr val="0A1628"/>
                </a:solidFill>
                <a:latin typeface="Inter"/>
              </a:defRPr>
            </a:lvl1pPr>
          </a:lstStyle>
          <a:p>
            <a:pPr algn="l">
              <a:defRPr sz="2800" b="1">
                <a:solidFill>
                  <a:srgbClr val="0A1628"/>
                </a:solidFill>
                <a:latin typeface="Inter"/>
              </a:defRPr>
            </a:pPr>
            <a:r>
              <a:rPr lang="en-US" smtClean="0" sz="2800" b="1">
                <a:solidFill>
                  <a:srgbClr val="0A1628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6" name="Teal Rule"/>
          <p:cNvSpPr/>
          <p:nvPr/>
        </p:nvSpPr>
        <p:spPr>
          <a:xfrm>
            <a:off x="658368" y="1481328"/>
            <a:ext cx="1737360" cy="20320"/>
          </a:xfrm>
          <a:prstGeom prst="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Pulse Dot"/>
          <p:cNvSpPr/>
          <p:nvPr/>
        </p:nvSpPr>
        <p:spPr>
          <a:xfrm>
            <a:off x="640080" y="6492240"/>
            <a:ext cx="64008" cy="64008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iptide Wordmark"/>
          <p:cNvSpPr txBox="1"/>
          <p:nvPr/>
        </p:nvSpPr>
        <p:spPr>
          <a:xfrm>
            <a:off x="768096" y="6432804"/>
            <a:ext cx="4206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 spc="220">
                <a:solidFill>
                  <a:srgbClr val="0A1628"/>
                </a:solidFill>
                <a:latin typeface="Inter"/>
              </a:rPr>
              <a:t>RIPTIDECONSULTING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>
              <a:defRPr sz="2800" b="1">
                <a:solidFill>
                  <a:srgbClr val="0A1628"/>
                </a:solidFill>
                <a:latin typeface="Inter"/>
              </a:defRPr>
            </a:lvl1pPr>
          </a:lstStyle>
          <a:p>
            <a:pPr algn="l">
              <a:defRPr sz="2800" b="1">
                <a:solidFill>
                  <a:srgbClr val="0A1628"/>
                </a:solidFill>
                <a:latin typeface="Inter"/>
              </a:defRPr>
            </a:pPr>
            <a:r>
              <a:rPr lang="en-US" smtClean="0" sz="2800" b="1">
                <a:solidFill>
                  <a:srgbClr val="0A1628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algn="l">
              <a:defRPr sz="1500" b="0">
                <a:solidFill>
                  <a:srgbClr val="1A1A2E"/>
                </a:solidFill>
                <a:latin typeface="Inter"/>
              </a:defRPr>
            </a:lvl1pPr>
            <a:lvl2pPr algn="l">
              <a:defRPr sz="1350" b="0">
                <a:solidFill>
                  <a:srgbClr val="1A1A2E"/>
                </a:solidFill>
                <a:latin typeface="Inter"/>
              </a:defRPr>
            </a:lvl2pPr>
            <a:lvl3pPr algn="l">
              <a:defRPr sz="1250" b="0">
                <a:solidFill>
                  <a:srgbClr val="1A1A2E"/>
                </a:solidFill>
                <a:latin typeface="Inter"/>
              </a:defRPr>
            </a:lvl3pPr>
            <a:lvl4pPr algn="l">
              <a:defRPr sz="1150" b="0">
                <a:solidFill>
                  <a:srgbClr val="1A1A2E"/>
                </a:solidFill>
                <a:latin typeface="Inter"/>
              </a:defRPr>
            </a:lvl4pPr>
            <a:lvl5pPr algn="l">
              <a:defRPr sz="1150" b="0">
                <a:solidFill>
                  <a:srgbClr val="1A1A2E"/>
                </a:solidFill>
                <a:latin typeface="Inter"/>
              </a:defRPr>
            </a:lvl5pPr>
          </a:lstStyle>
          <a:p>
            <a:pPr lvl="0" algn="l">
              <a:defRPr sz="1500" b="0">
                <a:solidFill>
                  <a:srgbClr val="1A1A2E"/>
                </a:solidFill>
                <a:latin typeface="Inter"/>
              </a:defRPr>
            </a:pPr>
            <a:r>
              <a:rPr lang="en-US" smtClean="0" sz="1500" b="0">
                <a:solidFill>
                  <a:srgbClr val="1A1A2E"/>
                </a:solidFill>
                <a:latin typeface="Inter"/>
              </a:rPr>
              <a:t>Click to edit Master text styles</a:t>
            </a:r>
          </a:p>
          <a:p>
            <a:pPr lvl="1" algn="l">
              <a:defRPr sz="1350" b="0">
                <a:solidFill>
                  <a:srgbClr val="1A1A2E"/>
                </a:solidFill>
                <a:latin typeface="Inter"/>
              </a:defRPr>
            </a:pPr>
            <a:r>
              <a:rPr lang="en-US" smtClean="0" sz="1350" b="0">
                <a:solidFill>
                  <a:srgbClr val="1A1A2E"/>
                </a:solidFill>
                <a:latin typeface="Inter"/>
              </a:rPr>
              <a:t>Second level</a:t>
            </a:r>
          </a:p>
          <a:p>
            <a:pPr lvl="2" algn="l">
              <a:defRPr sz="1250" b="0">
                <a:solidFill>
                  <a:srgbClr val="1A1A2E"/>
                </a:solidFill>
                <a:latin typeface="Inter"/>
              </a:defRPr>
            </a:pPr>
            <a:r>
              <a:rPr lang="en-US" smtClean="0" sz="1250" b="0">
                <a:solidFill>
                  <a:srgbClr val="1A1A2E"/>
                </a:solidFill>
                <a:latin typeface="Inter"/>
              </a:rPr>
              <a:t>Third level</a:t>
            </a:r>
          </a:p>
          <a:p>
            <a:pPr lvl="3" algn="l">
              <a:defRPr sz="1150" b="0">
                <a:solidFill>
                  <a:srgbClr val="1A1A2E"/>
                </a:solidFill>
                <a:latin typeface="Inter"/>
              </a:defRPr>
            </a:pPr>
            <a:r>
              <a:rPr lang="en-US" smtClean="0" sz="1150" b="0">
                <a:solidFill>
                  <a:srgbClr val="1A1A2E"/>
                </a:solidFill>
                <a:latin typeface="Inter"/>
              </a:rPr>
              <a:t>Fourth level</a:t>
            </a:r>
          </a:p>
          <a:p>
            <a:pPr lvl="4" algn="l">
              <a:defRPr sz="1150" b="0">
                <a:solidFill>
                  <a:srgbClr val="1A1A2E"/>
                </a:solidFill>
                <a:latin typeface="Inter"/>
              </a:defRPr>
            </a:pPr>
            <a:r>
              <a:rPr lang="en-US" smtClean="0" sz="1150" b="0">
                <a:solidFill>
                  <a:srgbClr val="1A1A2E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l">
              <a:defRPr sz="800" b="0">
                <a:solidFill>
                  <a:srgbClr val="64748B"/>
                </a:solidFill>
                <a:latin typeface="Inter"/>
              </a:defRPr>
            </a:lvl1pPr>
          </a:lstStyle>
          <a:p>
            <a:pPr algn="l">
              <a:defRPr sz="800" b="0">
                <a:solidFill>
                  <a:srgbClr val="64748B"/>
                </a:solidFill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l">
              <a:defRPr sz="800" b="0">
                <a:solidFill>
                  <a:srgbClr val="64748B"/>
                </a:solidFill>
                <a:latin typeface="Inter"/>
              </a:defRPr>
            </a:lvl1pPr>
          </a:lstStyle>
          <a:p>
            <a:pPr algn="l">
              <a:defRPr sz="800" b="0">
                <a:solidFill>
                  <a:srgbClr val="64748B"/>
                </a:solidFill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l">
              <a:defRPr sz="800" b="0">
                <a:solidFill>
                  <a:srgbClr val="64748B"/>
                </a:solidFill>
                <a:latin typeface="Inter"/>
              </a:defRPr>
            </a:lvl1pPr>
          </a:lstStyle>
          <a:p>
            <a:pPr algn="l">
              <a:defRPr sz="800" b="0">
                <a:solidFill>
                  <a:srgbClr val="64748B"/>
                </a:solidFill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2E"/>
      </a:dk1>
      <a:lt1>
        <a:srgbClr val="FFFFFF"/>
      </a:lt1>
      <a:dk2>
        <a:srgbClr val="0A1628"/>
      </a:dk2>
      <a:lt2>
        <a:srgbClr val="FAF7F2"/>
      </a:lt2>
      <a:accent1>
        <a:srgbClr val="00C9B1"/>
      </a:accent1>
      <a:accent2>
        <a:srgbClr val="F59E0B"/>
      </a:accent2>
      <a:accent3>
        <a:srgbClr val="0F1E35"/>
      </a:accent3>
      <a:accent4>
        <a:srgbClr val="64748B"/>
      </a:accent4>
      <a:accent5>
        <a:srgbClr val="94A3B8"/>
      </a:accent5>
      <a:accent6>
        <a:srgbClr val="00A894"/>
      </a:accent6>
      <a:hlink>
        <a:srgbClr val="00A894"/>
      </a:hlink>
      <a:folHlink>
        <a:srgbClr val="64748B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Riptide Consulting Template</dc:title>
  <dc:subject/>
  <dc:creator>Riptide Consulting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